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PRESIDENCY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Presidency</a:t>
            </a:r>
          </a:p>
          <a:p>
            <a:pPr algn="ctr">
              <a:defRPr sz="2400">
                <a:solidFill>
                  <a:srgbClr val="BAE6FD"/>
                </a:solidFill>
                <a:latin typeface="Arial"/>
              </a:defRPr>
            </a:pPr>
            <a:r>
              <a:t>School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C59"/>
                </a:solidFill>
                <a:latin typeface="Arial"/>
              </a:defRPr>
            </a:pPr>
            <a:r>
              <a:t>CSSE2289-Foundation Of Blockchain Technology Mini Project Synopsis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192C"/>
                </a:solidFill>
                <a:latin typeface="Arial"/>
              </a:defRPr>
            </a:pPr>
            <a:r>
              <a:t>“PetChain: A Blockchain-Based Pet Adoption and Ownership Management System”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C59"/>
                </a:solidFill>
                <a:latin typeface="Arial"/>
              </a:defRPr>
            </a:pPr>
            <a:r>
              <a:t>Roll Number			Student Name</a:t>
            </a:r>
          </a:p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20231CSE0001			Team Member 1 (Lead)</a:t>
            </a:r>
            <a:br/>
            <a:r>
              <a:t>20231CSE0002			Team Member 2</a:t>
            </a:r>
            <a:br/>
            <a:r>
              <a:t>20231CSE0003			Team Member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Arial"/>
              </a:defRPr>
            </a:pPr>
            <a:r>
              <a:t>Project Guide :- Mr. Akash Raj (Assistant Professor)</a:t>
            </a:r>
          </a:p>
          <a:p>
            <a:pPr>
              <a:defRPr sz="1600" b="1">
                <a:solidFill>
                  <a:srgbClr val="0284C7"/>
                </a:solidFill>
                <a:latin typeface="Arial"/>
              </a:defRPr>
            </a:pPr>
            <a:r>
              <a:t>Name of the Program: B.tech</a:t>
            </a:r>
            <a:br/>
            <a:r>
              <a:t>Name of Branch:- Computer Science and Engineering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C59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005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DC2626"/>
                </a:solidFill>
                <a:latin typeface="Arial"/>
              </a:defRPr>
            </a:pPr>
            <a:r>
              <a:t>❌ Lack of Ownership Transparency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Traditional paper-based adoption certificates can be lost, altered, or forged, leading to ownership disputes and illegal re-homing.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1005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DC2626"/>
                </a:solidFill>
                <a:latin typeface="Arial"/>
              </a:defRPr>
            </a:pPr>
            <a:r>
              <a:t>❌ Unverified Medical &amp; Vaccination Logs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Vaccination records are easily falsified or misplaced, risking animal health and giving adopters zero verifiable health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1005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DC2626"/>
                </a:solidFill>
                <a:latin typeface="Arial"/>
              </a:defRPr>
            </a:pPr>
            <a:r>
              <a:t>❌ Centralized &amp; Isolated Data Silos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Shelters operate fragmented, offline databases prone to data loss, corruption, and complete lack of public auditability.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10728655" cy="100584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800" b="1">
                <a:solidFill>
                  <a:srgbClr val="DC2626"/>
                </a:solidFill>
                <a:latin typeface="Arial"/>
              </a:defRPr>
            </a:pPr>
            <a:r>
              <a:t>❌ Absence of Traceable Pet History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Adopters have no immutable mechanism to verify a pet's complete lifecycle timeline, prior shelter transfers, or treatment history.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C59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0284C7"/>
                </a:solidFill>
                <a:latin typeface="Arial"/>
              </a:defRPr>
            </a:pPr>
            <a:r>
              <a:t>🐾 Decentralized Pet Registry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Ethereum smart contract (`PetChain.sol`) serving as an immutable, tamper-proof single source of truth for pet identity.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0F2C59"/>
                </a:solidFill>
                <a:latin typeface="Arial"/>
              </a:defRPr>
            </a:pPr>
            <a:r>
              <a:t>📜 Immutable Ownership History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Cryptographically signed timeline logging every ownership transition (Shelter ➔ Adopter A ➔ Adopter B) permanently on-chain.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💉 Verified Medical &amp; Vaccination Logs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Authorized shelter administrators log vaccination dates, vaccine types, and clinic details directly on-chain.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E40AF"/>
                </a:solidFill>
                <a:latin typeface="Arial"/>
              </a:defRPr>
            </a:pPr>
            <a:r>
              <a:t>🤖 Smart Contract Automation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Decentralized adoption lifecycle (Request ➔ Review ➔ Approve/Reject) with automated competing request cancellation.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0284C7"/>
                </a:solidFill>
                <a:latin typeface="Arial"/>
              </a:defRPr>
            </a:pPr>
            <a:r>
              <a:t>🦊 Web3 &amp; MetaMask Integration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Seamless browser interaction via `ethers.js` v6, Web3 wallet signatures, and real-time transaction hash tracking.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C59"/>
                </a:solidFill>
                <a:latin typeface="Arial"/>
              </a:defRPr>
            </a:pPr>
            <a:r>
              <a:t>How the System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920240" cy="1371600"/>
          </a:xfrm>
          <a:prstGeom prst="roundRect">
            <a:avLst/>
          </a:prstGeom>
          <a:solidFill>
            <a:srgbClr val="0F2C5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Registration 📝</a:t>
            </a:r>
          </a:p>
          <a:p>
            <a:pPr algn="ctr">
              <a:defRPr sz="1100">
                <a:solidFill>
                  <a:srgbClr val="E0F2FE"/>
                </a:solidFill>
                <a:latin typeface="Arial"/>
              </a:defRPr>
            </a:pPr>
            <a:r>
              <a:t>Shelter registers pet</a:t>
            </a:r>
            <a:br/>
            <a:r>
              <a:t>on-chain (PetChain.sol)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1828800"/>
            <a:ext cx="13716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360" y="1280160"/>
            <a:ext cx="1920240" cy="1371600"/>
          </a:xfrm>
          <a:prstGeom prst="roundRect">
            <a:avLst/>
          </a:prstGeom>
          <a:solidFill>
            <a:srgbClr val="0F2C5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Marketplace 🐾</a:t>
            </a:r>
          </a:p>
          <a:p>
            <a:pPr algn="ctr">
              <a:defRPr sz="1100">
                <a:solidFill>
                  <a:srgbClr val="E0F2FE"/>
                </a:solidFill>
                <a:latin typeface="Arial"/>
              </a:defRPr>
            </a:pPr>
            <a:r>
              <a:t>Adopter views pets</a:t>
            </a:r>
            <a:br/>
            <a:r>
              <a:t>synced via ethers.js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828800"/>
            <a:ext cx="13716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1920240" cy="1371600"/>
          </a:xfrm>
          <a:prstGeom prst="roundRect">
            <a:avLst/>
          </a:prstGeom>
          <a:solidFill>
            <a:srgbClr val="0F2C5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Application 📩</a:t>
            </a:r>
          </a:p>
          <a:p>
            <a:pPr algn="ctr">
              <a:defRPr sz="1100">
                <a:solidFill>
                  <a:srgbClr val="E0F2FE"/>
                </a:solidFill>
                <a:latin typeface="Arial"/>
              </a:defRPr>
            </a:pPr>
            <a:r>
              <a:t>User submits adoption</a:t>
            </a:r>
            <a:br/>
            <a:r>
              <a:t>request &amp; notes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95159" y="1828800"/>
            <a:ext cx="13716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78040" y="1280160"/>
            <a:ext cx="1920240" cy="1371600"/>
          </a:xfrm>
          <a:prstGeom prst="roundRect">
            <a:avLst/>
          </a:prstGeom>
          <a:solidFill>
            <a:srgbClr val="0F2C5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Admin Review 🛡️</a:t>
            </a:r>
          </a:p>
          <a:p>
            <a:pPr algn="ctr">
              <a:defRPr sz="1100">
                <a:solidFill>
                  <a:srgbClr val="E0F2FE"/>
                </a:solidFill>
                <a:latin typeface="Arial"/>
              </a:defRPr>
            </a:pPr>
            <a:r>
              <a:t>Shelter approves or</a:t>
            </a:r>
            <a:br/>
            <a:r>
              <a:t>rejects application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828800"/>
            <a:ext cx="137160" cy="27432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0" y="1280160"/>
            <a:ext cx="1920240" cy="1371600"/>
          </a:xfrm>
          <a:prstGeom prst="roundRect">
            <a:avLst/>
          </a:prstGeom>
          <a:solidFill>
            <a:srgbClr val="0F2C59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5. Transfer &amp; Logs 📜</a:t>
            </a:r>
          </a:p>
          <a:p>
            <a:pPr algn="ctr">
              <a:defRPr sz="1100">
                <a:solidFill>
                  <a:srgbClr val="E0F2FE"/>
                </a:solidFill>
                <a:latin typeface="Arial"/>
              </a:defRPr>
            </a:pPr>
            <a:r>
              <a:t>Ownership transferred,</a:t>
            </a:r>
            <a:br/>
            <a:r>
              <a:t>vaccination logged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10728655" cy="29260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0F2C59"/>
                </a:solidFill>
                <a:latin typeface="Arial"/>
              </a:defRPr>
            </a:pPr>
            <a:r>
              <a:t>Workflow Architecture &amp; State Lifecycle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🔹 User / Adopter Workflow: Connects Web3 Wallet ➔ Browses live pet gallery ➔ Submits adoption request with housing notes ➔ Receives instant transaction confirmation.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🔹 Shelter Admin Workflow: Accesses Admin Dashboard ➔ Registers new pet profile ➔ Reviews pending applications ➔ Approves adoption (triggering atomic ownership transfer) ➔ Logs medical vaccination records.</a:t>
            </a:r>
          </a:p>
          <a:p>
            <a:pPr>
              <a:spcBef>
                <a:spcPts val="6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🔹 Smart Contract Automation: On approval, `PetChain.sol` updates owner address, sets `isAdopted = true`, appends `OwnershipRecord`, and automatically marks competing requests as `Rejected`.</a:t>
            </a:r>
          </a:p>
        </p:txBody>
      </p:sp>
      <p:sp>
        <p:nvSpPr>
          <p:cNvPr id="14" name="Right Triangle 13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C59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F2C59"/>
                </a:solidFill>
                <a:latin typeface="Arial"/>
              </a:defRPr>
            </a:pPr>
            <a:r>
              <a:t>1) Software Requirements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Smart Contract: Solidity 0.8.24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Framework: Hardhat 2.22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Frontend: React 18, Vite 5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Web3 Middleware: ethers.js v6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Wallet: MetaMask Extension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Runtime: Node.js v18+ / v24+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Environment: Windows / Linux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280160"/>
            <a:ext cx="329184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F2C59"/>
                </a:solidFill>
                <a:latin typeface="Arial"/>
              </a:defRPr>
            </a:pPr>
            <a:r>
              <a:t>2) Hardware Requirements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Processor: Dual-Core CPU 2.0 GHz+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System RAM: 8 GB minimum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Storage: 10 GB SSD space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Network: Localhost / Internet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Display: 1280 x 720 minimum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Input: Keyboard &amp; Mouse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80160"/>
            <a:ext cx="3291840" cy="438912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600" b="1">
                <a:solidFill>
                  <a:srgbClr val="0F2C59"/>
                </a:solidFill>
                <a:latin typeface="Arial"/>
              </a:defRPr>
            </a:pPr>
            <a:r>
              <a:t>3) Blockchain Network Specs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Network: Hardhat Localhost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Chain ID: 31337 (0x7a69)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RPC URL: http://127.0.0.1:8545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Currency: Test ETH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Contract Address: 0x5FbD...80aa3</a:t>
            </a:r>
          </a:p>
          <a:p>
            <a:pPr>
              <a:spcBef>
                <a:spcPts val="800"/>
              </a:spcBef>
              <a:defRPr sz="1300">
                <a:solidFill>
                  <a:srgbClr val="1F2937"/>
                </a:solidFill>
                <a:latin typeface="Arial"/>
              </a:defRPr>
            </a:pPr>
            <a:r>
              <a:t>• Unit Tests: 17/17 Passed (100%)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C59"/>
                </a:solidFill>
                <a:latin typeface="Arial"/>
              </a:defRPr>
            </a:pPr>
            <a:r>
              <a:t>Expected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100% Transparent &amp; Verifiable Pet Records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Publicly accessible Web3 dApp enabling adopters and shelters to inspect pet profiles without central authority trust.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Tamper-Proof Ownership Transfer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Guaranteed proof of ownership with an immutable, timestamped timeline recording every transition from shelter to adopters.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Immutable Medical &amp; Vaccination History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Eliminates fraudulent health certificates by storing verified vaccination logs directly on-chain.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Automated &amp; Secure Adoption Management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Smart contract driven approval/rejection lifecycle that auto-rejects competing applications upon adoption finalization.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868680"/>
          </a:xfrm>
          <a:prstGeom prst="round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600" b="1">
                <a:solidFill>
                  <a:srgbClr val="10B981"/>
                </a:solidFill>
                <a:latin typeface="Arial"/>
              </a:defRPr>
            </a:pPr>
            <a:r>
              <a:t>✅ Fully Functioning Web3 Prototype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Successfully deployed and tested on local EVM with 17 passing Hardhat unit tests and live Web3 frontend.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10728655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480000">
            <a:off x="4206240" y="2011680"/>
            <a:ext cx="3840480" cy="2926080"/>
          </a:xfrm>
          <a:prstGeom prst="rect">
            <a:avLst/>
          </a:prstGeom>
          <a:solidFill>
            <a:srgbClr val="FEF08A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11827"/>
                </a:solidFill>
                <a:latin typeface="Comic Sans MS"/>
              </a:defRPr>
            </a:pPr>
            <a:br/>
            <a:r>
              <a:t>Thank</a:t>
            </a:r>
            <a:br/>
            <a:r>
              <a:t>You!</a:t>
            </a:r>
          </a:p>
        </p:txBody>
      </p:sp>
      <p:sp>
        <p:nvSpPr>
          <p:cNvPr id="4" name="Oval 3"/>
          <p:cNvSpPr/>
          <p:nvPr/>
        </p:nvSpPr>
        <p:spPr>
          <a:xfrm>
            <a:off x="5943600" y="1874519"/>
            <a:ext cx="320040" cy="3200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-457200" y="5943600"/>
            <a:ext cx="13106095" cy="1097280"/>
          </a:xfrm>
          <a:prstGeom prst="rtTriangle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PRESIDENCY UNIVERSITY  |  School of Computer Science and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